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6" r:id="rId4"/>
    <p:sldId id="261" r:id="rId5"/>
    <p:sldId id="262" r:id="rId6"/>
    <p:sldId id="263" r:id="rId7"/>
    <p:sldId id="257" r:id="rId8"/>
    <p:sldId id="259" r:id="rId9"/>
    <p:sldId id="264" r:id="rId10"/>
    <p:sldId id="265" r:id="rId11"/>
  </p:sldIdLst>
  <p:sldSz cx="9144000" cy="6858000" type="screen4x3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Inget format, inget rutnät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Inget format, tabellrutnät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Format med tema 2 - dekorfärg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Format med tema 2 - dekorfärg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Format med tema 1 - dekorfärg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Mörkt format 1 - Dekorfärg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Format med tema 1 - dekorfärg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7AC3CCA-C797-4891-BE02-D94E43425B78}" styleName="Mellanmörkt forma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llanmörkt format 4 - Dekorfärg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7" d="100"/>
          <a:sy n="157" d="100"/>
        </p:scale>
        <p:origin x="-221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smtClean="0"/>
              <a:t>Klicka här för att ändra format på underrubrik i bakgrunden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5" name="Platshållare för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6" name="Platshållare för innehåll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7" name="Platshållare fö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8" name="Platshållare för sidfo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9" name="Platshållare för bild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3" name="Platshållare för sidfo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ehåll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bild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 dirty="0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ktangel 10"/>
          <p:cNvSpPr/>
          <p:nvPr/>
        </p:nvSpPr>
        <p:spPr>
          <a:xfrm>
            <a:off x="4932040" y="2060848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Block</a:t>
            </a:r>
            <a:endParaRPr lang="sv-SE" dirty="0"/>
          </a:p>
        </p:txBody>
      </p:sp>
      <p:cxnSp>
        <p:nvCxnSpPr>
          <p:cNvPr id="12" name="Rak pil 11"/>
          <p:cNvCxnSpPr/>
          <p:nvPr/>
        </p:nvCxnSpPr>
        <p:spPr>
          <a:xfrm>
            <a:off x="6300192" y="285293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ruta 14"/>
          <p:cNvSpPr txBox="1"/>
          <p:nvPr/>
        </p:nvSpPr>
        <p:spPr>
          <a:xfrm>
            <a:off x="5436096" y="3501008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Nx</a:t>
            </a:r>
            <a:endParaRPr lang="sv-SE" dirty="0"/>
          </a:p>
        </p:txBody>
      </p:sp>
      <p:sp>
        <p:nvSpPr>
          <p:cNvPr id="16" name="Rektangel 15"/>
          <p:cNvSpPr/>
          <p:nvPr/>
        </p:nvSpPr>
        <p:spPr>
          <a:xfrm>
            <a:off x="3491880" y="2060848"/>
            <a:ext cx="115212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Positional Encoder</a:t>
            </a:r>
            <a:endParaRPr lang="sv-SE" dirty="0"/>
          </a:p>
        </p:txBody>
      </p:sp>
      <p:cxnSp>
        <p:nvCxnSpPr>
          <p:cNvPr id="17" name="Rak pil 16"/>
          <p:cNvCxnSpPr/>
          <p:nvPr/>
        </p:nvCxnSpPr>
        <p:spPr>
          <a:xfrm>
            <a:off x="4644008" y="285293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ell 21"/>
          <p:cNvGraphicFramePr>
            <a:graphicFrameLocks noGrp="1"/>
          </p:cNvGraphicFramePr>
          <p:nvPr/>
        </p:nvGraphicFramePr>
        <p:xfrm>
          <a:off x="2051720" y="162880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3" name="Tabell 22"/>
          <p:cNvGraphicFramePr>
            <a:graphicFrameLocks noGrp="1"/>
          </p:cNvGraphicFramePr>
          <p:nvPr/>
        </p:nvGraphicFramePr>
        <p:xfrm>
          <a:off x="2051720" y="270892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051720" y="378904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5" name="Rak 24"/>
          <p:cNvCxnSpPr/>
          <p:nvPr/>
        </p:nvCxnSpPr>
        <p:spPr>
          <a:xfrm>
            <a:off x="3059832" y="1556792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pil 25"/>
          <p:cNvCxnSpPr/>
          <p:nvPr/>
        </p:nvCxnSpPr>
        <p:spPr>
          <a:xfrm>
            <a:off x="3059832" y="2852936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ell 26"/>
          <p:cNvGraphicFramePr>
            <a:graphicFrameLocks noGrp="1"/>
          </p:cNvGraphicFramePr>
          <p:nvPr/>
        </p:nvGraphicFramePr>
        <p:xfrm>
          <a:off x="6804248" y="170080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8" name="Tabell 27"/>
          <p:cNvGraphicFramePr>
            <a:graphicFrameLocks noGrp="1"/>
          </p:cNvGraphicFramePr>
          <p:nvPr/>
        </p:nvGraphicFramePr>
        <p:xfrm>
          <a:off x="6804248" y="27809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9" name="Tabell 28"/>
          <p:cNvGraphicFramePr>
            <a:graphicFrameLocks noGrp="1"/>
          </p:cNvGraphicFramePr>
          <p:nvPr/>
        </p:nvGraphicFramePr>
        <p:xfrm>
          <a:off x="6804248" y="3861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0" name="Rak 29"/>
          <p:cNvCxnSpPr/>
          <p:nvPr/>
        </p:nvCxnSpPr>
        <p:spPr>
          <a:xfrm>
            <a:off x="6588224" y="162880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ruta 30"/>
          <p:cNvSpPr txBox="1"/>
          <p:nvPr/>
        </p:nvSpPr>
        <p:spPr>
          <a:xfrm>
            <a:off x="179512" y="2708920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32" name="textruta 31"/>
          <p:cNvSpPr txBox="1"/>
          <p:nvPr/>
        </p:nvSpPr>
        <p:spPr>
          <a:xfrm>
            <a:off x="7884368" y="2780928"/>
            <a:ext cx="676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Head</a:t>
            </a:r>
            <a:endParaRPr lang="sv-S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ktangel 22"/>
          <p:cNvSpPr/>
          <p:nvPr/>
        </p:nvSpPr>
        <p:spPr>
          <a:xfrm>
            <a:off x="2987824" y="1772816"/>
            <a:ext cx="2520280" cy="403244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Positional Encoder</a:t>
            </a:r>
            <a:endParaRPr lang="sv-SE" dirty="0"/>
          </a:p>
        </p:txBody>
      </p:sp>
      <p:cxnSp>
        <p:nvCxnSpPr>
          <p:cNvPr id="18" name="Rak pil 17"/>
          <p:cNvCxnSpPr>
            <a:endCxn id="10" idx="0"/>
          </p:cNvCxnSpPr>
          <p:nvPr/>
        </p:nvCxnSpPr>
        <p:spPr>
          <a:xfrm>
            <a:off x="4283968" y="2684917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ak pil 27"/>
          <p:cNvCxnSpPr>
            <a:endCxn id="26" idx="0"/>
          </p:cNvCxnSpPr>
          <p:nvPr/>
        </p:nvCxnSpPr>
        <p:spPr>
          <a:xfrm>
            <a:off x="4283968" y="3837045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ak pil 33"/>
          <p:cNvCxnSpPr>
            <a:endCxn id="32" idx="0"/>
          </p:cNvCxnSpPr>
          <p:nvPr/>
        </p:nvCxnSpPr>
        <p:spPr>
          <a:xfrm>
            <a:off x="4283968" y="4917165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2051720" y="2863137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l 6"/>
          <p:cNvGraphicFramePr>
            <a:graphicFrameLocks noGrp="1"/>
          </p:cNvGraphicFramePr>
          <p:nvPr/>
        </p:nvGraphicFramePr>
        <p:xfrm>
          <a:off x="3923928" y="2276872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Ellips 9"/>
          <p:cNvSpPr/>
          <p:nvPr/>
        </p:nvSpPr>
        <p:spPr>
          <a:xfrm>
            <a:off x="4139952" y="2924944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13" name="Rak pil 12"/>
          <p:cNvCxnSpPr/>
          <p:nvPr/>
        </p:nvCxnSpPr>
        <p:spPr>
          <a:xfrm>
            <a:off x="2915816" y="3068960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Rak pil 21"/>
          <p:cNvCxnSpPr>
            <a:stCxn id="10" idx="6"/>
          </p:cNvCxnSpPr>
          <p:nvPr/>
        </p:nvCxnSpPr>
        <p:spPr>
          <a:xfrm flipV="1">
            <a:off x="4427984" y="3068960"/>
            <a:ext cx="1440160" cy="2400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051720" y="4004465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5" name="Tabell 24"/>
          <p:cNvGraphicFramePr>
            <a:graphicFrameLocks noGrp="1"/>
          </p:cNvGraphicFramePr>
          <p:nvPr/>
        </p:nvGraphicFramePr>
        <p:xfrm>
          <a:off x="3923928" y="3429000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Ellips 25"/>
          <p:cNvSpPr/>
          <p:nvPr/>
        </p:nvSpPr>
        <p:spPr>
          <a:xfrm>
            <a:off x="4139952" y="4077072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27" name="Rak pil 26"/>
          <p:cNvCxnSpPr/>
          <p:nvPr/>
        </p:nvCxnSpPr>
        <p:spPr>
          <a:xfrm>
            <a:off x="2915816" y="4221088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Rak pil 28"/>
          <p:cNvCxnSpPr/>
          <p:nvPr/>
        </p:nvCxnSpPr>
        <p:spPr>
          <a:xfrm flipV="1">
            <a:off x="4427984" y="4221088"/>
            <a:ext cx="1440160" cy="2400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ell 29"/>
          <p:cNvGraphicFramePr>
            <a:graphicFrameLocks noGrp="1"/>
          </p:cNvGraphicFramePr>
          <p:nvPr/>
        </p:nvGraphicFramePr>
        <p:xfrm>
          <a:off x="2051720" y="5084585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1" name="Tabell 30"/>
          <p:cNvGraphicFramePr>
            <a:graphicFrameLocks noGrp="1"/>
          </p:cNvGraphicFramePr>
          <p:nvPr/>
        </p:nvGraphicFramePr>
        <p:xfrm>
          <a:off x="3923928" y="4509120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2" name="Ellips 31"/>
          <p:cNvSpPr/>
          <p:nvPr/>
        </p:nvSpPr>
        <p:spPr>
          <a:xfrm>
            <a:off x="4139952" y="5157192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33" name="Rak pil 32"/>
          <p:cNvCxnSpPr/>
          <p:nvPr/>
        </p:nvCxnSpPr>
        <p:spPr>
          <a:xfrm>
            <a:off x="2915816" y="5301208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ak pil 34"/>
          <p:cNvCxnSpPr/>
          <p:nvPr/>
        </p:nvCxnSpPr>
        <p:spPr>
          <a:xfrm>
            <a:off x="4427984" y="5301208"/>
            <a:ext cx="144016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ell 36"/>
          <p:cNvGraphicFramePr>
            <a:graphicFrameLocks noGrp="1"/>
          </p:cNvGraphicFramePr>
          <p:nvPr/>
        </p:nvGraphicFramePr>
        <p:xfrm>
          <a:off x="5868144" y="2852936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8" name="Tabell 37"/>
          <p:cNvGraphicFramePr>
            <a:graphicFrameLocks noGrp="1"/>
          </p:cNvGraphicFramePr>
          <p:nvPr/>
        </p:nvGraphicFramePr>
        <p:xfrm>
          <a:off x="5868144" y="4005064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9" name="Tabell 38"/>
          <p:cNvGraphicFramePr>
            <a:graphicFrameLocks noGrp="1"/>
          </p:cNvGraphicFramePr>
          <p:nvPr/>
        </p:nvGraphicFramePr>
        <p:xfrm>
          <a:off x="5868144" y="5085184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ktangel 32"/>
          <p:cNvSpPr/>
          <p:nvPr/>
        </p:nvSpPr>
        <p:spPr>
          <a:xfrm>
            <a:off x="1043608" y="1052736"/>
            <a:ext cx="6912768" cy="36724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Transformer Block</a:t>
            </a:r>
            <a:endParaRPr lang="sv-SE" dirty="0"/>
          </a:p>
        </p:txBody>
      </p:sp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179512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l 6"/>
          <p:cNvGraphicFramePr>
            <a:graphicFrameLocks noGrp="1"/>
          </p:cNvGraphicFramePr>
          <p:nvPr/>
        </p:nvGraphicFramePr>
        <p:xfrm>
          <a:off x="179512" y="364502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l 7"/>
          <p:cNvGraphicFramePr>
            <a:graphicFrameLocks noGrp="1"/>
          </p:cNvGraphicFramePr>
          <p:nvPr/>
        </p:nvGraphicFramePr>
        <p:xfrm>
          <a:off x="179512" y="263691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ktangel 8"/>
          <p:cNvSpPr/>
          <p:nvPr/>
        </p:nvSpPr>
        <p:spPr>
          <a:xfrm>
            <a:off x="2555776" y="1556792"/>
            <a:ext cx="1080120" cy="25202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Attention</a:t>
            </a:r>
            <a:endParaRPr lang="sv-SE" dirty="0"/>
          </a:p>
        </p:txBody>
      </p:sp>
      <p:sp>
        <p:nvSpPr>
          <p:cNvPr id="10" name="Rektangel 9"/>
          <p:cNvSpPr/>
          <p:nvPr/>
        </p:nvSpPr>
        <p:spPr>
          <a:xfrm>
            <a:off x="1547664" y="227687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14" name="Rektangel 13"/>
          <p:cNvSpPr/>
          <p:nvPr/>
        </p:nvSpPr>
        <p:spPr>
          <a:xfrm>
            <a:off x="5940152" y="1556792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cxnSp>
        <p:nvCxnSpPr>
          <p:cNvPr id="26" name="Rak 25"/>
          <p:cNvCxnSpPr/>
          <p:nvPr/>
        </p:nvCxnSpPr>
        <p:spPr>
          <a:xfrm>
            <a:off x="1115616" y="148478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ak pil 27"/>
          <p:cNvCxnSpPr>
            <a:endCxn id="10" idx="1"/>
          </p:cNvCxnSpPr>
          <p:nvPr/>
        </p:nvCxnSpPr>
        <p:spPr>
          <a:xfrm>
            <a:off x="1115616" y="2780928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pil 29"/>
          <p:cNvCxnSpPr/>
          <p:nvPr/>
        </p:nvCxnSpPr>
        <p:spPr>
          <a:xfrm>
            <a:off x="2267744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llips 30"/>
          <p:cNvSpPr/>
          <p:nvPr/>
        </p:nvSpPr>
        <p:spPr>
          <a:xfrm>
            <a:off x="3923928" y="2636912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34" name="Vinklad  33"/>
          <p:cNvCxnSpPr>
            <a:endCxn id="31" idx="4"/>
          </p:cNvCxnSpPr>
          <p:nvPr/>
        </p:nvCxnSpPr>
        <p:spPr>
          <a:xfrm>
            <a:off x="1331640" y="2780928"/>
            <a:ext cx="2736304" cy="144016"/>
          </a:xfrm>
          <a:prstGeom prst="bentConnector4">
            <a:avLst>
              <a:gd name="adj1" fmla="val -1541"/>
              <a:gd name="adj2" fmla="val 1192205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/>
          <p:nvPr/>
        </p:nvCxnSpPr>
        <p:spPr>
          <a:xfrm>
            <a:off x="3635896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pil 51"/>
          <p:cNvCxnSpPr/>
          <p:nvPr/>
        </p:nvCxnSpPr>
        <p:spPr>
          <a:xfrm>
            <a:off x="4211960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Rak pil 55"/>
          <p:cNvCxnSpPr/>
          <p:nvPr/>
        </p:nvCxnSpPr>
        <p:spPr>
          <a:xfrm>
            <a:off x="5580112" y="2780928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ak 67"/>
          <p:cNvCxnSpPr/>
          <p:nvPr/>
        </p:nvCxnSpPr>
        <p:spPr>
          <a:xfrm>
            <a:off x="5220072" y="2780928"/>
            <a:ext cx="3600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Ellips 74"/>
          <p:cNvSpPr/>
          <p:nvPr/>
        </p:nvSpPr>
        <p:spPr>
          <a:xfrm>
            <a:off x="7236296" y="2564904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b="1" dirty="0"/>
          </a:p>
        </p:txBody>
      </p:sp>
      <p:cxnSp>
        <p:nvCxnSpPr>
          <p:cNvPr id="76" name="Vinklad  33"/>
          <p:cNvCxnSpPr>
            <a:stCxn id="93" idx="3"/>
            <a:endCxn id="75" idx="4"/>
          </p:cNvCxnSpPr>
          <p:nvPr/>
        </p:nvCxnSpPr>
        <p:spPr>
          <a:xfrm>
            <a:off x="5220072" y="2780928"/>
            <a:ext cx="2160240" cy="72008"/>
          </a:xfrm>
          <a:prstGeom prst="bentConnector4">
            <a:avLst>
              <a:gd name="adj1" fmla="val 9104"/>
              <a:gd name="adj2" fmla="val 2360098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ktangel 92"/>
          <p:cNvSpPr/>
          <p:nvPr/>
        </p:nvSpPr>
        <p:spPr>
          <a:xfrm>
            <a:off x="4499992" y="227687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118" name="Rektangel 117"/>
          <p:cNvSpPr/>
          <p:nvPr/>
        </p:nvSpPr>
        <p:spPr>
          <a:xfrm>
            <a:off x="5940152" y="2420888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119" name="Rektangel 118"/>
          <p:cNvSpPr/>
          <p:nvPr/>
        </p:nvSpPr>
        <p:spPr>
          <a:xfrm>
            <a:off x="5940152" y="3429000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cxnSp>
        <p:nvCxnSpPr>
          <p:cNvPr id="131" name="Rak 130"/>
          <p:cNvCxnSpPr/>
          <p:nvPr/>
        </p:nvCxnSpPr>
        <p:spPr>
          <a:xfrm>
            <a:off x="7812360" y="148478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Rak pil 133"/>
          <p:cNvCxnSpPr/>
          <p:nvPr/>
        </p:nvCxnSpPr>
        <p:spPr>
          <a:xfrm>
            <a:off x="6948264" y="2708920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Rak pil 137"/>
          <p:cNvCxnSpPr/>
          <p:nvPr/>
        </p:nvCxnSpPr>
        <p:spPr>
          <a:xfrm>
            <a:off x="7524328" y="2708920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9" name="Tabell 138"/>
          <p:cNvGraphicFramePr>
            <a:graphicFrameLocks noGrp="1"/>
          </p:cNvGraphicFramePr>
          <p:nvPr/>
        </p:nvGraphicFramePr>
        <p:xfrm>
          <a:off x="8100392" y="162880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0" name="Tabell 139"/>
          <p:cNvGraphicFramePr>
            <a:graphicFrameLocks noGrp="1"/>
          </p:cNvGraphicFramePr>
          <p:nvPr/>
        </p:nvGraphicFramePr>
        <p:xfrm>
          <a:off x="8100392" y="371703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1" name="Tabell 140"/>
          <p:cNvGraphicFramePr>
            <a:graphicFrameLocks noGrp="1"/>
          </p:cNvGraphicFramePr>
          <p:nvPr/>
        </p:nvGraphicFramePr>
        <p:xfrm>
          <a:off x="8100392" y="270892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6" name="Figur 35"/>
          <p:cNvCxnSpPr>
            <a:endCxn id="14" idx="1"/>
          </p:cNvCxnSpPr>
          <p:nvPr/>
        </p:nvCxnSpPr>
        <p:spPr>
          <a:xfrm rot="5400000" flipH="1" flipV="1">
            <a:off x="5310082" y="2150858"/>
            <a:ext cx="900100" cy="360040"/>
          </a:xfrm>
          <a:prstGeom prst="bentConnector2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Figur 36"/>
          <p:cNvCxnSpPr>
            <a:endCxn id="119" idx="1"/>
          </p:cNvCxnSpPr>
          <p:nvPr/>
        </p:nvCxnSpPr>
        <p:spPr>
          <a:xfrm rot="16200000" flipH="1">
            <a:off x="5238074" y="3050958"/>
            <a:ext cx="1044116" cy="360040"/>
          </a:xfrm>
          <a:prstGeom prst="bentConnector2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Figur 43"/>
          <p:cNvCxnSpPr>
            <a:stCxn id="14" idx="3"/>
          </p:cNvCxnSpPr>
          <p:nvPr/>
        </p:nvCxnSpPr>
        <p:spPr>
          <a:xfrm>
            <a:off x="6588224" y="1880828"/>
            <a:ext cx="360040" cy="900100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Figur 44"/>
          <p:cNvCxnSpPr>
            <a:stCxn id="119" idx="3"/>
          </p:cNvCxnSpPr>
          <p:nvPr/>
        </p:nvCxnSpPr>
        <p:spPr>
          <a:xfrm flipV="1">
            <a:off x="6588224" y="2780928"/>
            <a:ext cx="360040" cy="972108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ak 49"/>
          <p:cNvCxnSpPr/>
          <p:nvPr/>
        </p:nvCxnSpPr>
        <p:spPr>
          <a:xfrm>
            <a:off x="6588224" y="2708920"/>
            <a:ext cx="3600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ktangel 35"/>
          <p:cNvSpPr/>
          <p:nvPr/>
        </p:nvSpPr>
        <p:spPr>
          <a:xfrm>
            <a:off x="971600" y="908720"/>
            <a:ext cx="7056784" cy="38884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Attention</a:t>
            </a:r>
            <a:endParaRPr lang="sv-SE" dirty="0"/>
          </a:p>
        </p:txBody>
      </p:sp>
      <p:sp>
        <p:nvSpPr>
          <p:cNvPr id="20" name="Rektangel 19"/>
          <p:cNvSpPr/>
          <p:nvPr/>
        </p:nvSpPr>
        <p:spPr>
          <a:xfrm>
            <a:off x="1691680" y="1052736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19" name="Rektangel 18"/>
          <p:cNvSpPr/>
          <p:nvPr/>
        </p:nvSpPr>
        <p:spPr>
          <a:xfrm>
            <a:off x="1547664" y="119675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107504" y="177281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l 4"/>
          <p:cNvGraphicFramePr>
            <a:graphicFrameLocks noGrp="1"/>
          </p:cNvGraphicFramePr>
          <p:nvPr/>
        </p:nvGraphicFramePr>
        <p:xfrm>
          <a:off x="107504" y="3861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107504" y="285293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7" name="Rak 6"/>
          <p:cNvCxnSpPr/>
          <p:nvPr/>
        </p:nvCxnSpPr>
        <p:spPr>
          <a:xfrm>
            <a:off x="1043608" y="162880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ak pil 7"/>
          <p:cNvCxnSpPr/>
          <p:nvPr/>
        </p:nvCxnSpPr>
        <p:spPr>
          <a:xfrm flipV="1">
            <a:off x="1043608" y="2276872"/>
            <a:ext cx="432048" cy="648072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ktangel 8"/>
          <p:cNvSpPr/>
          <p:nvPr/>
        </p:nvSpPr>
        <p:spPr>
          <a:xfrm>
            <a:off x="1403648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13" name="Rak pil 12"/>
          <p:cNvCxnSpPr/>
          <p:nvPr/>
        </p:nvCxnSpPr>
        <p:spPr>
          <a:xfrm>
            <a:off x="1043608" y="2924944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ak pil 16"/>
          <p:cNvCxnSpPr/>
          <p:nvPr/>
        </p:nvCxnSpPr>
        <p:spPr>
          <a:xfrm>
            <a:off x="1043608" y="2924944"/>
            <a:ext cx="432048" cy="7920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1"/>
          <p:cNvSpPr/>
          <p:nvPr/>
        </p:nvSpPr>
        <p:spPr>
          <a:xfrm>
            <a:off x="1691680" y="227687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3" name="Rektangel 22"/>
          <p:cNvSpPr/>
          <p:nvPr/>
        </p:nvSpPr>
        <p:spPr>
          <a:xfrm>
            <a:off x="1547664" y="242088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4" name="Rektangel 23"/>
          <p:cNvSpPr/>
          <p:nvPr/>
        </p:nvSpPr>
        <p:spPr>
          <a:xfrm>
            <a:off x="1403648" y="256490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6" name="Rektangel 25"/>
          <p:cNvSpPr/>
          <p:nvPr/>
        </p:nvSpPr>
        <p:spPr>
          <a:xfrm>
            <a:off x="1691680" y="3573016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7" name="Rektangel 26"/>
          <p:cNvSpPr/>
          <p:nvPr/>
        </p:nvSpPr>
        <p:spPr>
          <a:xfrm>
            <a:off x="1547664" y="371703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8" name="Rektangel 27"/>
          <p:cNvSpPr/>
          <p:nvPr/>
        </p:nvSpPr>
        <p:spPr>
          <a:xfrm>
            <a:off x="1403648" y="386104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34" name="textruta 33"/>
          <p:cNvSpPr txBox="1"/>
          <p:nvPr/>
        </p:nvSpPr>
        <p:spPr>
          <a:xfrm>
            <a:off x="2843808" y="1196752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Q</a:t>
            </a:r>
            <a:endParaRPr lang="sv-SE" dirty="0"/>
          </a:p>
        </p:txBody>
      </p:sp>
      <p:sp>
        <p:nvSpPr>
          <p:cNvPr id="38" name="textruta 37"/>
          <p:cNvSpPr txBox="1"/>
          <p:nvPr/>
        </p:nvSpPr>
        <p:spPr>
          <a:xfrm>
            <a:off x="2843808" y="3284984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V</a:t>
            </a:r>
          </a:p>
        </p:txBody>
      </p:sp>
      <p:sp>
        <p:nvSpPr>
          <p:cNvPr id="40" name="textruta 39"/>
          <p:cNvSpPr txBox="1"/>
          <p:nvPr/>
        </p:nvSpPr>
        <p:spPr>
          <a:xfrm>
            <a:off x="2843808" y="234888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K</a:t>
            </a:r>
          </a:p>
        </p:txBody>
      </p:sp>
      <p:sp>
        <p:nvSpPr>
          <p:cNvPr id="41" name="Rektangel 40"/>
          <p:cNvSpPr/>
          <p:nvPr/>
        </p:nvSpPr>
        <p:spPr>
          <a:xfrm>
            <a:off x="3475112" y="16120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cxnSp>
        <p:nvCxnSpPr>
          <p:cNvPr id="42" name="Rak pil 41"/>
          <p:cNvCxnSpPr>
            <a:stCxn id="20" idx="3"/>
          </p:cNvCxnSpPr>
          <p:nvPr/>
        </p:nvCxnSpPr>
        <p:spPr>
          <a:xfrm>
            <a:off x="2627784" y="1484784"/>
            <a:ext cx="720080" cy="2160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Rak pil 44"/>
          <p:cNvCxnSpPr>
            <a:stCxn id="22" idx="3"/>
          </p:cNvCxnSpPr>
          <p:nvPr/>
        </p:nvCxnSpPr>
        <p:spPr>
          <a:xfrm>
            <a:off x="2627784" y="2708920"/>
            <a:ext cx="792088" cy="7200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ak pil 47"/>
          <p:cNvCxnSpPr>
            <a:stCxn id="26" idx="3"/>
          </p:cNvCxnSpPr>
          <p:nvPr/>
        </p:nvCxnSpPr>
        <p:spPr>
          <a:xfrm flipV="1">
            <a:off x="2627784" y="3501008"/>
            <a:ext cx="864096" cy="50405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5868144" y="278092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ktangel 52"/>
          <p:cNvSpPr/>
          <p:nvPr/>
        </p:nvSpPr>
        <p:spPr>
          <a:xfrm>
            <a:off x="3627512" y="17644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sp>
        <p:nvSpPr>
          <p:cNvPr id="54" name="Rektangel 53"/>
          <p:cNvSpPr/>
          <p:nvPr/>
        </p:nvSpPr>
        <p:spPr>
          <a:xfrm>
            <a:off x="3779912" y="19168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sp>
        <p:nvSpPr>
          <p:cNvPr id="68" name="Rektangel 67"/>
          <p:cNvSpPr/>
          <p:nvPr/>
        </p:nvSpPr>
        <p:spPr>
          <a:xfrm>
            <a:off x="6084168" y="2276872"/>
            <a:ext cx="576064" cy="9144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Cat</a:t>
            </a:r>
            <a:endParaRPr lang="sv-SE" dirty="0"/>
          </a:p>
        </p:txBody>
      </p:sp>
      <p:cxnSp>
        <p:nvCxnSpPr>
          <p:cNvPr id="71" name="Rak pil 70"/>
          <p:cNvCxnSpPr/>
          <p:nvPr/>
        </p:nvCxnSpPr>
        <p:spPr>
          <a:xfrm>
            <a:off x="6660232" y="278092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ktangel 71"/>
          <p:cNvSpPr/>
          <p:nvPr/>
        </p:nvSpPr>
        <p:spPr>
          <a:xfrm>
            <a:off x="6876256" y="2276872"/>
            <a:ext cx="792088" cy="9144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8100392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8" name="Tabell 87"/>
          <p:cNvGraphicFramePr>
            <a:graphicFrameLocks noGrp="1"/>
          </p:cNvGraphicFramePr>
          <p:nvPr/>
        </p:nvGraphicFramePr>
        <p:xfrm>
          <a:off x="8100392" y="357301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9" name="Tabell 88"/>
          <p:cNvGraphicFramePr>
            <a:graphicFrameLocks noGrp="1"/>
          </p:cNvGraphicFramePr>
          <p:nvPr/>
        </p:nvGraphicFramePr>
        <p:xfrm>
          <a:off x="8100392" y="256490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0" name="Rak 89"/>
          <p:cNvCxnSpPr/>
          <p:nvPr/>
        </p:nvCxnSpPr>
        <p:spPr>
          <a:xfrm>
            <a:off x="7956376" y="1412776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Rak pil 92"/>
          <p:cNvCxnSpPr/>
          <p:nvPr/>
        </p:nvCxnSpPr>
        <p:spPr>
          <a:xfrm>
            <a:off x="7668344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ktangel 56"/>
          <p:cNvSpPr/>
          <p:nvPr/>
        </p:nvSpPr>
        <p:spPr>
          <a:xfrm>
            <a:off x="1115616" y="3861048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56" name="Rektangel 55"/>
          <p:cNvSpPr/>
          <p:nvPr/>
        </p:nvSpPr>
        <p:spPr>
          <a:xfrm>
            <a:off x="1115616" y="2564904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54" name="Rektangel 53"/>
          <p:cNvSpPr/>
          <p:nvPr/>
        </p:nvSpPr>
        <p:spPr>
          <a:xfrm>
            <a:off x="1115616" y="1196752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179512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7" name="Rak pil 6"/>
          <p:cNvCxnSpPr/>
          <p:nvPr/>
        </p:nvCxnSpPr>
        <p:spPr>
          <a:xfrm>
            <a:off x="1043608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ktangel 7"/>
          <p:cNvSpPr/>
          <p:nvPr/>
        </p:nvSpPr>
        <p:spPr>
          <a:xfrm>
            <a:off x="1331640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9" name="Tabell 8"/>
          <p:cNvGraphicFramePr>
            <a:graphicFrameLocks noGrp="1"/>
          </p:cNvGraphicFramePr>
          <p:nvPr/>
        </p:nvGraphicFramePr>
        <p:xfrm>
          <a:off x="2483768" y="1556792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0" name="Rak pil 9"/>
          <p:cNvCxnSpPr/>
          <p:nvPr/>
        </p:nvCxnSpPr>
        <p:spPr>
          <a:xfrm>
            <a:off x="2267744" y="177281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Rak pil 11"/>
          <p:cNvCxnSpPr/>
          <p:nvPr/>
        </p:nvCxnSpPr>
        <p:spPr>
          <a:xfrm>
            <a:off x="4572000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ktangel 12"/>
          <p:cNvSpPr/>
          <p:nvPr/>
        </p:nvSpPr>
        <p:spPr>
          <a:xfrm>
            <a:off x="6084168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17" name="Ellips 16"/>
          <p:cNvSpPr/>
          <p:nvPr/>
        </p:nvSpPr>
        <p:spPr>
          <a:xfrm>
            <a:off x="4860032" y="1484784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18" name="Rak pil 17"/>
          <p:cNvCxnSpPr/>
          <p:nvPr/>
        </p:nvCxnSpPr>
        <p:spPr>
          <a:xfrm>
            <a:off x="5796136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Rak pil 18"/>
          <p:cNvCxnSpPr/>
          <p:nvPr/>
        </p:nvCxnSpPr>
        <p:spPr>
          <a:xfrm>
            <a:off x="7020272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ell 19"/>
          <p:cNvGraphicFramePr>
            <a:graphicFrameLocks noGrp="1"/>
          </p:cNvGraphicFramePr>
          <p:nvPr/>
        </p:nvGraphicFramePr>
        <p:xfrm>
          <a:off x="7308304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2" name="Tabell 31"/>
          <p:cNvGraphicFramePr>
            <a:graphicFrameLocks noGrp="1"/>
          </p:cNvGraphicFramePr>
          <p:nvPr/>
        </p:nvGraphicFramePr>
        <p:xfrm>
          <a:off x="179512" y="292494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3" name="Rak pil 32"/>
          <p:cNvCxnSpPr/>
          <p:nvPr/>
        </p:nvCxnSpPr>
        <p:spPr>
          <a:xfrm>
            <a:off x="1043608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ktangel 33"/>
          <p:cNvSpPr/>
          <p:nvPr/>
        </p:nvSpPr>
        <p:spPr>
          <a:xfrm>
            <a:off x="1331640" y="2708920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35" name="Tabell 34"/>
          <p:cNvGraphicFramePr>
            <a:graphicFrameLocks noGrp="1"/>
          </p:cNvGraphicFramePr>
          <p:nvPr/>
        </p:nvGraphicFramePr>
        <p:xfrm>
          <a:off x="2483768" y="2924944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6" name="Rak pil 35"/>
          <p:cNvCxnSpPr/>
          <p:nvPr/>
        </p:nvCxnSpPr>
        <p:spPr>
          <a:xfrm>
            <a:off x="2267744" y="314096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ak pil 36"/>
          <p:cNvCxnSpPr/>
          <p:nvPr/>
        </p:nvCxnSpPr>
        <p:spPr>
          <a:xfrm>
            <a:off x="4572000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ktangel 37"/>
          <p:cNvSpPr/>
          <p:nvPr/>
        </p:nvSpPr>
        <p:spPr>
          <a:xfrm>
            <a:off x="6084168" y="2708920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39" name="Ellips 38"/>
          <p:cNvSpPr/>
          <p:nvPr/>
        </p:nvSpPr>
        <p:spPr>
          <a:xfrm>
            <a:off x="4860032" y="2852936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40" name="Rak pil 39"/>
          <p:cNvCxnSpPr/>
          <p:nvPr/>
        </p:nvCxnSpPr>
        <p:spPr>
          <a:xfrm>
            <a:off x="5796136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Rak pil 40"/>
          <p:cNvCxnSpPr/>
          <p:nvPr/>
        </p:nvCxnSpPr>
        <p:spPr>
          <a:xfrm>
            <a:off x="7020272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Tabell 41"/>
          <p:cNvGraphicFramePr>
            <a:graphicFrameLocks noGrp="1"/>
          </p:cNvGraphicFramePr>
          <p:nvPr/>
        </p:nvGraphicFramePr>
        <p:xfrm>
          <a:off x="7308304" y="292494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179512" y="422108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4" name="Rak pil 43"/>
          <p:cNvCxnSpPr/>
          <p:nvPr/>
        </p:nvCxnSpPr>
        <p:spPr>
          <a:xfrm>
            <a:off x="1043608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ktangel 44"/>
          <p:cNvSpPr/>
          <p:nvPr/>
        </p:nvSpPr>
        <p:spPr>
          <a:xfrm>
            <a:off x="1331640" y="400506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46" name="Tabell 45"/>
          <p:cNvGraphicFramePr>
            <a:graphicFrameLocks noGrp="1"/>
          </p:cNvGraphicFramePr>
          <p:nvPr/>
        </p:nvGraphicFramePr>
        <p:xfrm>
          <a:off x="2483768" y="4221088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7" name="Rak pil 46"/>
          <p:cNvCxnSpPr/>
          <p:nvPr/>
        </p:nvCxnSpPr>
        <p:spPr>
          <a:xfrm>
            <a:off x="2267744" y="4437112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ak pil 47"/>
          <p:cNvCxnSpPr/>
          <p:nvPr/>
        </p:nvCxnSpPr>
        <p:spPr>
          <a:xfrm>
            <a:off x="4572000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ktangel 48"/>
          <p:cNvSpPr/>
          <p:nvPr/>
        </p:nvSpPr>
        <p:spPr>
          <a:xfrm>
            <a:off x="6084168" y="400506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50" name="Ellips 49"/>
          <p:cNvSpPr/>
          <p:nvPr/>
        </p:nvSpPr>
        <p:spPr>
          <a:xfrm>
            <a:off x="4860032" y="4149080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51" name="Rak pil 50"/>
          <p:cNvCxnSpPr/>
          <p:nvPr/>
        </p:nvCxnSpPr>
        <p:spPr>
          <a:xfrm>
            <a:off x="5796136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pil 51"/>
          <p:cNvCxnSpPr/>
          <p:nvPr/>
        </p:nvCxnSpPr>
        <p:spPr>
          <a:xfrm>
            <a:off x="7020272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ell 52"/>
          <p:cNvGraphicFramePr>
            <a:graphicFrameLocks noGrp="1"/>
          </p:cNvGraphicFramePr>
          <p:nvPr/>
        </p:nvGraphicFramePr>
        <p:xfrm>
          <a:off x="7308304" y="422108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ktangel 86"/>
          <p:cNvSpPr/>
          <p:nvPr/>
        </p:nvSpPr>
        <p:spPr>
          <a:xfrm>
            <a:off x="1259632" y="836712"/>
            <a:ext cx="6336704" cy="273630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 smtClean="0"/>
              <a:t>U-net</a:t>
            </a:r>
            <a:endParaRPr lang="sv-SE" dirty="0"/>
          </a:p>
        </p:txBody>
      </p:sp>
      <p:sp>
        <p:nvSpPr>
          <p:cNvPr id="4" name="Rektangel 3"/>
          <p:cNvSpPr/>
          <p:nvPr/>
        </p:nvSpPr>
        <p:spPr>
          <a:xfrm>
            <a:off x="1547664" y="148478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Encoder Block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1763688" y="220486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Encoder Block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3203848" y="292494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Bottleneck</a:t>
            </a:r>
            <a:endParaRPr lang="sv-SE" dirty="0"/>
          </a:p>
        </p:txBody>
      </p:sp>
      <p:sp>
        <p:nvSpPr>
          <p:cNvPr id="10" name="Rektangel 9"/>
          <p:cNvSpPr/>
          <p:nvPr/>
        </p:nvSpPr>
        <p:spPr>
          <a:xfrm>
            <a:off x="4499992" y="220486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Decoder Block</a:t>
            </a:r>
            <a:endParaRPr lang="sv-SE" dirty="0"/>
          </a:p>
        </p:txBody>
      </p:sp>
      <p:sp>
        <p:nvSpPr>
          <p:cNvPr id="11" name="Rektangel 10"/>
          <p:cNvSpPr/>
          <p:nvPr/>
        </p:nvSpPr>
        <p:spPr>
          <a:xfrm>
            <a:off x="5796136" y="148478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Decoder Block</a:t>
            </a:r>
            <a:endParaRPr lang="sv-SE" dirty="0"/>
          </a:p>
        </p:txBody>
      </p:sp>
      <p:cxnSp>
        <p:nvCxnSpPr>
          <p:cNvPr id="13" name="Rak pil 12"/>
          <p:cNvCxnSpPr>
            <a:stCxn id="4" idx="3"/>
            <a:endCxn id="51" idx="2"/>
          </p:cNvCxnSpPr>
          <p:nvPr/>
        </p:nvCxnSpPr>
        <p:spPr>
          <a:xfrm>
            <a:off x="3203848" y="1664804"/>
            <a:ext cx="194421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k pil 13"/>
          <p:cNvCxnSpPr/>
          <p:nvPr/>
        </p:nvCxnSpPr>
        <p:spPr>
          <a:xfrm>
            <a:off x="2771800" y="1844824"/>
            <a:ext cx="0" cy="36004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ak pil 16"/>
          <p:cNvCxnSpPr>
            <a:stCxn id="10" idx="0"/>
            <a:endCxn id="51" idx="4"/>
          </p:cNvCxnSpPr>
          <p:nvPr/>
        </p:nvCxnSpPr>
        <p:spPr>
          <a:xfrm flipV="1">
            <a:off x="5328084" y="1844824"/>
            <a:ext cx="0" cy="36004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Rak pil 21"/>
          <p:cNvCxnSpPr/>
          <p:nvPr/>
        </p:nvCxnSpPr>
        <p:spPr>
          <a:xfrm>
            <a:off x="3275856" y="2564904"/>
            <a:ext cx="0" cy="36004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lips 31"/>
          <p:cNvSpPr/>
          <p:nvPr/>
        </p:nvSpPr>
        <p:spPr>
          <a:xfrm>
            <a:off x="3851920" y="2204864"/>
            <a:ext cx="360040" cy="3600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sv-SE" dirty="0"/>
          </a:p>
        </p:txBody>
      </p:sp>
      <p:cxnSp>
        <p:nvCxnSpPr>
          <p:cNvPr id="42" name="Rak pil 41"/>
          <p:cNvCxnSpPr>
            <a:stCxn id="8" idx="3"/>
            <a:endCxn id="32" idx="2"/>
          </p:cNvCxnSpPr>
          <p:nvPr/>
        </p:nvCxnSpPr>
        <p:spPr>
          <a:xfrm>
            <a:off x="3419872" y="2384884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>
            <a:stCxn id="32" idx="6"/>
            <a:endCxn id="10" idx="1"/>
          </p:cNvCxnSpPr>
          <p:nvPr/>
        </p:nvCxnSpPr>
        <p:spPr>
          <a:xfrm>
            <a:off x="4211960" y="23848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llips 50"/>
          <p:cNvSpPr/>
          <p:nvPr/>
        </p:nvSpPr>
        <p:spPr>
          <a:xfrm>
            <a:off x="5148064" y="1484784"/>
            <a:ext cx="360040" cy="3600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sv-SE" dirty="0"/>
          </a:p>
        </p:txBody>
      </p:sp>
      <p:cxnSp>
        <p:nvCxnSpPr>
          <p:cNvPr id="54" name="Rak pil 53"/>
          <p:cNvCxnSpPr>
            <a:stCxn id="51" idx="6"/>
            <a:endCxn id="11" idx="1"/>
          </p:cNvCxnSpPr>
          <p:nvPr/>
        </p:nvCxnSpPr>
        <p:spPr>
          <a:xfrm>
            <a:off x="5508104" y="16648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Rak pil 64"/>
          <p:cNvCxnSpPr>
            <a:stCxn id="9" idx="0"/>
            <a:endCxn id="32" idx="4"/>
          </p:cNvCxnSpPr>
          <p:nvPr/>
        </p:nvCxnSpPr>
        <p:spPr>
          <a:xfrm flipV="1">
            <a:off x="4031940" y="2564904"/>
            <a:ext cx="0" cy="36004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Rak pil 78"/>
          <p:cNvCxnSpPr/>
          <p:nvPr/>
        </p:nvCxnSpPr>
        <p:spPr>
          <a:xfrm>
            <a:off x="1115616" y="1628800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ak pil 83"/>
          <p:cNvCxnSpPr/>
          <p:nvPr/>
        </p:nvCxnSpPr>
        <p:spPr>
          <a:xfrm>
            <a:off x="7452320" y="1628800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ruta 84"/>
          <p:cNvSpPr txBox="1"/>
          <p:nvPr/>
        </p:nvSpPr>
        <p:spPr>
          <a:xfrm>
            <a:off x="395536" y="141277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Input</a:t>
            </a:r>
          </a:p>
        </p:txBody>
      </p:sp>
      <p:sp>
        <p:nvSpPr>
          <p:cNvPr id="86" name="textruta 85"/>
          <p:cNvSpPr txBox="1"/>
          <p:nvPr/>
        </p:nvSpPr>
        <p:spPr>
          <a:xfrm>
            <a:off x="7884368" y="1412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ktangel 87"/>
          <p:cNvSpPr/>
          <p:nvPr/>
        </p:nvSpPr>
        <p:spPr>
          <a:xfrm>
            <a:off x="1475656" y="116632"/>
            <a:ext cx="5256584" cy="295232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86" name="Rektangel 85"/>
          <p:cNvSpPr/>
          <p:nvPr/>
        </p:nvSpPr>
        <p:spPr>
          <a:xfrm>
            <a:off x="1043608" y="3284984"/>
            <a:ext cx="6840760" cy="345638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Head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5652120" y="40466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l 4"/>
          <p:cNvGraphicFramePr>
            <a:graphicFrameLocks noGrp="1"/>
          </p:cNvGraphicFramePr>
          <p:nvPr/>
        </p:nvGraphicFramePr>
        <p:xfrm>
          <a:off x="5652120" y="249289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5652120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ruta 6"/>
          <p:cNvSpPr txBox="1"/>
          <p:nvPr/>
        </p:nvSpPr>
        <p:spPr>
          <a:xfrm>
            <a:off x="251520" y="1268760"/>
            <a:ext cx="1179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”A red fox”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1691680" y="764704"/>
            <a:ext cx="1080120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Tokenizer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3995936" y="764704"/>
            <a:ext cx="115212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cxnSp>
        <p:nvCxnSpPr>
          <p:cNvPr id="12" name="Rak pil 11"/>
          <p:cNvCxnSpPr/>
          <p:nvPr/>
        </p:nvCxnSpPr>
        <p:spPr>
          <a:xfrm>
            <a:off x="1403648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ak pil 15"/>
          <p:cNvCxnSpPr/>
          <p:nvPr/>
        </p:nvCxnSpPr>
        <p:spPr>
          <a:xfrm>
            <a:off x="2771800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3059832" y="764704"/>
          <a:ext cx="648072" cy="1512168"/>
        </p:xfrm>
        <a:graphic>
          <a:graphicData uri="http://schemas.openxmlformats.org/drawingml/2006/table">
            <a:tbl>
              <a:tblPr bandRow="1">
                <a:tableStyleId>{125E5076-3810-47DD-B79F-674D7AD40C01}</a:tableStyleId>
              </a:tblPr>
              <a:tblGrid>
                <a:gridCol w="648072"/>
              </a:tblGrid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42</a:t>
                      </a:r>
                      <a:endParaRPr lang="sv-SE" dirty="0"/>
                    </a:p>
                  </a:txBody>
                  <a:tcPr/>
                </a:tc>
              </a:tr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1337</a:t>
                      </a:r>
                      <a:endParaRPr lang="sv-SE" dirty="0"/>
                    </a:p>
                  </a:txBody>
                  <a:tcPr/>
                </a:tc>
              </a:tr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404</a:t>
                      </a:r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5" name="Rak pil 24"/>
          <p:cNvCxnSpPr/>
          <p:nvPr/>
        </p:nvCxnSpPr>
        <p:spPr>
          <a:xfrm>
            <a:off x="3707904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/>
          <p:cNvCxnSpPr/>
          <p:nvPr/>
        </p:nvCxnSpPr>
        <p:spPr>
          <a:xfrm>
            <a:off x="5436096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Rak pil 26"/>
          <p:cNvCxnSpPr/>
          <p:nvPr/>
        </p:nvCxnSpPr>
        <p:spPr>
          <a:xfrm>
            <a:off x="5148064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ktangel 16"/>
          <p:cNvSpPr/>
          <p:nvPr/>
        </p:nvSpPr>
        <p:spPr>
          <a:xfrm>
            <a:off x="6948264" y="908720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</a:t>
            </a:r>
            <a:endParaRPr lang="sv-SE" dirty="0"/>
          </a:p>
        </p:txBody>
      </p:sp>
      <p:cxnSp>
        <p:nvCxnSpPr>
          <p:cNvPr id="20" name="Rak pil 19"/>
          <p:cNvCxnSpPr/>
          <p:nvPr/>
        </p:nvCxnSpPr>
        <p:spPr>
          <a:xfrm>
            <a:off x="6660232" y="155679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ktangel 45"/>
          <p:cNvSpPr/>
          <p:nvPr/>
        </p:nvSpPr>
        <p:spPr>
          <a:xfrm>
            <a:off x="251520" y="443711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49" name="Rektangel 48"/>
          <p:cNvSpPr/>
          <p:nvPr/>
        </p:nvSpPr>
        <p:spPr>
          <a:xfrm>
            <a:off x="1259632" y="3645024"/>
            <a:ext cx="792088" cy="26642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50" name="Rak pil 49"/>
          <p:cNvCxnSpPr>
            <a:stCxn id="46" idx="3"/>
          </p:cNvCxnSpPr>
          <p:nvPr/>
        </p:nvCxnSpPr>
        <p:spPr>
          <a:xfrm>
            <a:off x="971600" y="49411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2051720" y="494116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ktangel 51"/>
          <p:cNvSpPr/>
          <p:nvPr/>
        </p:nvSpPr>
        <p:spPr>
          <a:xfrm>
            <a:off x="4067944" y="5589240"/>
            <a:ext cx="64807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SoftMax</a:t>
            </a:r>
            <a:endParaRPr lang="sv-SE" dirty="0"/>
          </a:p>
        </p:txBody>
      </p:sp>
      <p:cxnSp>
        <p:nvCxnSpPr>
          <p:cNvPr id="53" name="Rak pil 52"/>
          <p:cNvCxnSpPr/>
          <p:nvPr/>
        </p:nvCxnSpPr>
        <p:spPr>
          <a:xfrm>
            <a:off x="3779912" y="609329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ell 53"/>
          <p:cNvGraphicFramePr>
            <a:graphicFrameLocks noGrp="1"/>
          </p:cNvGraphicFramePr>
          <p:nvPr/>
        </p:nvGraphicFramePr>
        <p:xfrm>
          <a:off x="2339752" y="3789040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5" name="Rak 54"/>
          <p:cNvCxnSpPr/>
          <p:nvPr/>
        </p:nvCxnSpPr>
        <p:spPr>
          <a:xfrm>
            <a:off x="2267744" y="364502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ell 55"/>
          <p:cNvGraphicFramePr>
            <a:graphicFrameLocks noGrp="1"/>
          </p:cNvGraphicFramePr>
          <p:nvPr/>
        </p:nvGraphicFramePr>
        <p:xfrm>
          <a:off x="2339752" y="4797152"/>
          <a:ext cx="145796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2339752" y="5877272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9" name="Rak pil 58"/>
          <p:cNvCxnSpPr/>
          <p:nvPr/>
        </p:nvCxnSpPr>
        <p:spPr>
          <a:xfrm>
            <a:off x="4716016" y="609329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ruta 59"/>
          <p:cNvSpPr txBox="1"/>
          <p:nvPr/>
        </p:nvSpPr>
        <p:spPr>
          <a:xfrm>
            <a:off x="2699792" y="5517232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Logits</a:t>
            </a:r>
            <a:endParaRPr lang="sv-SE" dirty="0"/>
          </a:p>
        </p:txBody>
      </p:sp>
      <p:sp>
        <p:nvSpPr>
          <p:cNvPr id="61" name="Rektangel 60"/>
          <p:cNvSpPr/>
          <p:nvPr/>
        </p:nvSpPr>
        <p:spPr>
          <a:xfrm>
            <a:off x="8028384" y="5445224"/>
            <a:ext cx="116211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smtClean="0"/>
              <a:t>”A</a:t>
            </a:r>
          </a:p>
          <a:p>
            <a:r>
              <a:rPr lang="sv-SE" dirty="0" smtClean="0"/>
              <a:t>red</a:t>
            </a:r>
          </a:p>
          <a:p>
            <a:r>
              <a:rPr lang="sv-SE" dirty="0" smtClean="0"/>
              <a:t>fox</a:t>
            </a:r>
          </a:p>
          <a:p>
            <a:r>
              <a:rPr lang="sv-SE" b="1" dirty="0" smtClean="0"/>
              <a:t>discovers</a:t>
            </a:r>
            <a:r>
              <a:rPr lang="sv-SE" dirty="0" smtClean="0"/>
              <a:t>”</a:t>
            </a:r>
            <a:endParaRPr lang="sv-SE" dirty="0"/>
          </a:p>
        </p:txBody>
      </p:sp>
      <p:cxnSp>
        <p:nvCxnSpPr>
          <p:cNvPr id="62" name="Rak 61"/>
          <p:cNvCxnSpPr/>
          <p:nvPr/>
        </p:nvCxnSpPr>
        <p:spPr>
          <a:xfrm>
            <a:off x="6660232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Figur 63"/>
          <p:cNvCxnSpPr>
            <a:stCxn id="17" idx="3"/>
            <a:endCxn id="46" idx="1"/>
          </p:cNvCxnSpPr>
          <p:nvPr/>
        </p:nvCxnSpPr>
        <p:spPr>
          <a:xfrm flipH="1">
            <a:off x="251520" y="1628800"/>
            <a:ext cx="8064896" cy="3312368"/>
          </a:xfrm>
          <a:prstGeom prst="bentConnector5">
            <a:avLst>
              <a:gd name="adj1" fmla="val -2835"/>
              <a:gd name="adj2" fmla="val 47228"/>
              <a:gd name="adj3" fmla="val 102535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ktangel 70"/>
          <p:cNvSpPr/>
          <p:nvPr/>
        </p:nvSpPr>
        <p:spPr>
          <a:xfrm>
            <a:off x="6804248" y="5589240"/>
            <a:ext cx="100811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Sampler</a:t>
            </a:r>
            <a:endParaRPr lang="sv-SE" dirty="0"/>
          </a:p>
        </p:txBody>
      </p:sp>
      <p:cxnSp>
        <p:nvCxnSpPr>
          <p:cNvPr id="73" name="Rak pil 72"/>
          <p:cNvCxnSpPr/>
          <p:nvPr/>
        </p:nvCxnSpPr>
        <p:spPr>
          <a:xfrm>
            <a:off x="6588224" y="609329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ell 76"/>
          <p:cNvGraphicFramePr>
            <a:graphicFrameLocks noGrp="1"/>
          </p:cNvGraphicFramePr>
          <p:nvPr/>
        </p:nvGraphicFramePr>
        <p:xfrm>
          <a:off x="4932040" y="5949280"/>
          <a:ext cx="16662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1" name="textruta 80"/>
          <p:cNvSpPr txBox="1"/>
          <p:nvPr/>
        </p:nvSpPr>
        <p:spPr>
          <a:xfrm>
            <a:off x="5148064" y="5589240"/>
            <a:ext cx="13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Probabilities</a:t>
            </a:r>
            <a:endParaRPr lang="sv-SE" dirty="0"/>
          </a:p>
        </p:txBody>
      </p:sp>
      <p:cxnSp>
        <p:nvCxnSpPr>
          <p:cNvPr id="84" name="Rak pil 83"/>
          <p:cNvCxnSpPr/>
          <p:nvPr/>
        </p:nvCxnSpPr>
        <p:spPr>
          <a:xfrm>
            <a:off x="7812360" y="609329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Figur 38"/>
          <p:cNvCxnSpPr>
            <a:endCxn id="7" idx="0"/>
          </p:cNvCxnSpPr>
          <p:nvPr/>
        </p:nvCxnSpPr>
        <p:spPr>
          <a:xfrm rot="10800000">
            <a:off x="841362" y="1268760"/>
            <a:ext cx="7691079" cy="4680520"/>
          </a:xfrm>
          <a:prstGeom prst="bentConnector4">
            <a:avLst>
              <a:gd name="adj1" fmla="val -4934"/>
              <a:gd name="adj2" fmla="val 126232"/>
            </a:avLst>
          </a:prstGeom>
          <a:ln w="381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ktangel 95"/>
          <p:cNvSpPr/>
          <p:nvPr/>
        </p:nvSpPr>
        <p:spPr>
          <a:xfrm>
            <a:off x="1619672" y="3429000"/>
            <a:ext cx="5760640" cy="331236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Head</a:t>
            </a:r>
            <a:endParaRPr lang="sv-SE" dirty="0"/>
          </a:p>
        </p:txBody>
      </p:sp>
      <p:sp>
        <p:nvSpPr>
          <p:cNvPr id="95" name="Rektangel 94"/>
          <p:cNvSpPr/>
          <p:nvPr/>
        </p:nvSpPr>
        <p:spPr>
          <a:xfrm>
            <a:off x="323528" y="116632"/>
            <a:ext cx="6408712" cy="302433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908720"/>
            <a:ext cx="1368152" cy="13606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22" name="Tabell 21"/>
          <p:cNvGraphicFramePr>
            <a:graphicFrameLocks noGrp="1"/>
          </p:cNvGraphicFramePr>
          <p:nvPr/>
        </p:nvGraphicFramePr>
        <p:xfrm>
          <a:off x="395536" y="908720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3" name="Tabell 22"/>
          <p:cNvGraphicFramePr>
            <a:graphicFrameLocks noGrp="1"/>
          </p:cNvGraphicFramePr>
          <p:nvPr/>
        </p:nvGraphicFramePr>
        <p:xfrm>
          <a:off x="2339752" y="692696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339752" y="1700808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ell 28"/>
          <p:cNvGraphicFramePr>
            <a:graphicFrameLocks noGrp="1"/>
          </p:cNvGraphicFramePr>
          <p:nvPr/>
        </p:nvGraphicFramePr>
        <p:xfrm>
          <a:off x="2339752" y="1196752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" name="Tabell 29"/>
          <p:cNvGraphicFramePr>
            <a:graphicFrameLocks noGrp="1"/>
          </p:cNvGraphicFramePr>
          <p:nvPr/>
        </p:nvGraphicFramePr>
        <p:xfrm>
          <a:off x="2339752" y="2204864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cxnSp>
        <p:nvCxnSpPr>
          <p:cNvPr id="32" name="Rak pil 31"/>
          <p:cNvCxnSpPr/>
          <p:nvPr/>
        </p:nvCxnSpPr>
        <p:spPr>
          <a:xfrm>
            <a:off x="1763688" y="1556792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ak 32"/>
          <p:cNvCxnSpPr/>
          <p:nvPr/>
        </p:nvCxnSpPr>
        <p:spPr>
          <a:xfrm>
            <a:off x="3995936" y="18864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ak pil 33"/>
          <p:cNvCxnSpPr/>
          <p:nvPr/>
        </p:nvCxnSpPr>
        <p:spPr>
          <a:xfrm>
            <a:off x="3995936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Tabell 34"/>
          <p:cNvGraphicFramePr>
            <a:graphicFrameLocks noGrp="1"/>
          </p:cNvGraphicFramePr>
          <p:nvPr/>
        </p:nvGraphicFramePr>
        <p:xfrm>
          <a:off x="5652120" y="9807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6" name="Tabell 35"/>
          <p:cNvGraphicFramePr>
            <a:graphicFrameLocks noGrp="1"/>
          </p:cNvGraphicFramePr>
          <p:nvPr/>
        </p:nvGraphicFramePr>
        <p:xfrm>
          <a:off x="5652120" y="255410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7" name="Tabell 36"/>
          <p:cNvGraphicFramePr>
            <a:graphicFrameLocks noGrp="1"/>
          </p:cNvGraphicFramePr>
          <p:nvPr/>
        </p:nvGraphicFramePr>
        <p:xfrm>
          <a:off x="5652120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9" name="Rektangel 38"/>
          <p:cNvSpPr/>
          <p:nvPr/>
        </p:nvSpPr>
        <p:spPr>
          <a:xfrm>
            <a:off x="4283968" y="764704"/>
            <a:ext cx="79208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41" name="Rak pil 40"/>
          <p:cNvCxnSpPr/>
          <p:nvPr/>
        </p:nvCxnSpPr>
        <p:spPr>
          <a:xfrm>
            <a:off x="5076056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Rak 41"/>
          <p:cNvCxnSpPr/>
          <p:nvPr/>
        </p:nvCxnSpPr>
        <p:spPr>
          <a:xfrm>
            <a:off x="5364088" y="18864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5652120" y="2050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4" name="Rektangel 43"/>
          <p:cNvSpPr/>
          <p:nvPr/>
        </p:nvSpPr>
        <p:spPr>
          <a:xfrm>
            <a:off x="6948264" y="836712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</a:t>
            </a:r>
            <a:endParaRPr lang="sv-SE" dirty="0"/>
          </a:p>
        </p:txBody>
      </p:sp>
      <p:cxnSp>
        <p:nvCxnSpPr>
          <p:cNvPr id="45" name="Figur 44"/>
          <p:cNvCxnSpPr>
            <a:stCxn id="44" idx="3"/>
            <a:endCxn id="48" idx="1"/>
          </p:cNvCxnSpPr>
          <p:nvPr/>
        </p:nvCxnSpPr>
        <p:spPr>
          <a:xfrm flipH="1">
            <a:off x="755576" y="1556792"/>
            <a:ext cx="7560840" cy="3672408"/>
          </a:xfrm>
          <a:prstGeom prst="bentConnector5">
            <a:avLst>
              <a:gd name="adj1" fmla="val -3023"/>
              <a:gd name="adj2" fmla="val 46510"/>
              <a:gd name="adj3" fmla="val 103023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Rak pil 45"/>
          <p:cNvCxnSpPr/>
          <p:nvPr/>
        </p:nvCxnSpPr>
        <p:spPr>
          <a:xfrm>
            <a:off x="6660232" y="155679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46"/>
          <p:cNvCxnSpPr/>
          <p:nvPr/>
        </p:nvCxnSpPr>
        <p:spPr>
          <a:xfrm>
            <a:off x="6660232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ktangel 47"/>
          <p:cNvSpPr/>
          <p:nvPr/>
        </p:nvSpPr>
        <p:spPr>
          <a:xfrm>
            <a:off x="755576" y="4725144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49" name="Rektangel 48"/>
          <p:cNvSpPr/>
          <p:nvPr/>
        </p:nvSpPr>
        <p:spPr>
          <a:xfrm>
            <a:off x="1835696" y="4509120"/>
            <a:ext cx="792088" cy="151216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50" name="Rak pil 49"/>
          <p:cNvCxnSpPr>
            <a:stCxn id="48" idx="3"/>
          </p:cNvCxnSpPr>
          <p:nvPr/>
        </p:nvCxnSpPr>
        <p:spPr>
          <a:xfrm>
            <a:off x="1475656" y="5229200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2627784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ktangel 51"/>
          <p:cNvSpPr/>
          <p:nvPr/>
        </p:nvSpPr>
        <p:spPr>
          <a:xfrm>
            <a:off x="4644008" y="3861048"/>
            <a:ext cx="64807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SoftMax</a:t>
            </a:r>
            <a:endParaRPr lang="sv-SE" dirty="0"/>
          </a:p>
        </p:txBody>
      </p:sp>
      <p:cxnSp>
        <p:nvCxnSpPr>
          <p:cNvPr id="53" name="Rak pil 52"/>
          <p:cNvCxnSpPr/>
          <p:nvPr/>
        </p:nvCxnSpPr>
        <p:spPr>
          <a:xfrm>
            <a:off x="4355976" y="43651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ell 53"/>
          <p:cNvGraphicFramePr>
            <a:graphicFrameLocks noGrp="1"/>
          </p:cNvGraphicFramePr>
          <p:nvPr/>
        </p:nvGraphicFramePr>
        <p:xfrm>
          <a:off x="2915816" y="4653136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5" name="Rak 54"/>
          <p:cNvCxnSpPr/>
          <p:nvPr/>
        </p:nvCxnSpPr>
        <p:spPr>
          <a:xfrm>
            <a:off x="2843808" y="3933056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ell 55"/>
          <p:cNvGraphicFramePr>
            <a:graphicFrameLocks noGrp="1"/>
          </p:cNvGraphicFramePr>
          <p:nvPr/>
        </p:nvGraphicFramePr>
        <p:xfrm>
          <a:off x="2915816" y="5157192"/>
          <a:ext cx="145796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2915816" y="6165304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8" name="Rak pil 57"/>
          <p:cNvCxnSpPr/>
          <p:nvPr/>
        </p:nvCxnSpPr>
        <p:spPr>
          <a:xfrm>
            <a:off x="5292080" y="4365104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ruta 58"/>
          <p:cNvSpPr txBox="1"/>
          <p:nvPr/>
        </p:nvSpPr>
        <p:spPr>
          <a:xfrm>
            <a:off x="3275856" y="3789040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Logits</a:t>
            </a:r>
            <a:endParaRPr lang="sv-SE" dirty="0"/>
          </a:p>
        </p:txBody>
      </p:sp>
      <p:sp>
        <p:nvSpPr>
          <p:cNvPr id="60" name="Rektangel 59"/>
          <p:cNvSpPr/>
          <p:nvPr/>
        </p:nvSpPr>
        <p:spPr>
          <a:xfrm>
            <a:off x="7596336" y="4149080"/>
            <a:ext cx="3016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smtClean="0"/>
              <a:t>5</a:t>
            </a:r>
            <a:endParaRPr lang="sv-SE" b="1" dirty="0"/>
          </a:p>
        </p:txBody>
      </p:sp>
      <p:cxnSp>
        <p:nvCxnSpPr>
          <p:cNvPr id="62" name="Rak pil 61"/>
          <p:cNvCxnSpPr/>
          <p:nvPr/>
        </p:nvCxnSpPr>
        <p:spPr>
          <a:xfrm>
            <a:off x="7164288" y="4365104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ell 62"/>
          <p:cNvGraphicFramePr>
            <a:graphicFrameLocks noGrp="1"/>
          </p:cNvGraphicFramePr>
          <p:nvPr/>
        </p:nvGraphicFramePr>
        <p:xfrm>
          <a:off x="5508104" y="4149080"/>
          <a:ext cx="166624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4" name="textruta 63"/>
          <p:cNvSpPr txBox="1"/>
          <p:nvPr/>
        </p:nvSpPr>
        <p:spPr>
          <a:xfrm>
            <a:off x="5724128" y="3789040"/>
            <a:ext cx="13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Probabilities</a:t>
            </a:r>
            <a:endParaRPr lang="sv-SE" dirty="0"/>
          </a:p>
        </p:txBody>
      </p:sp>
      <p:graphicFrame>
        <p:nvGraphicFramePr>
          <p:cNvPr id="85" name="Tabell 84"/>
          <p:cNvGraphicFramePr>
            <a:graphicFrameLocks noGrp="1"/>
          </p:cNvGraphicFramePr>
          <p:nvPr/>
        </p:nvGraphicFramePr>
        <p:xfrm>
          <a:off x="2915816" y="5661248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5652120" y="476672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8" name="textruta 87"/>
          <p:cNvSpPr txBox="1"/>
          <p:nvPr/>
        </p:nvSpPr>
        <p:spPr>
          <a:xfrm>
            <a:off x="5796136" y="18864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i="1" dirty="0" smtClean="0"/>
              <a:t>CLS</a:t>
            </a:r>
            <a:endParaRPr lang="sv-SE" i="1" dirty="0"/>
          </a:p>
        </p:txBody>
      </p:sp>
      <p:graphicFrame>
        <p:nvGraphicFramePr>
          <p:cNvPr id="89" name="Tabell 88"/>
          <p:cNvGraphicFramePr>
            <a:graphicFrameLocks noGrp="1"/>
          </p:cNvGraphicFramePr>
          <p:nvPr/>
        </p:nvGraphicFramePr>
        <p:xfrm>
          <a:off x="2915816" y="4149080"/>
          <a:ext cx="145796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ktangel 123"/>
          <p:cNvSpPr/>
          <p:nvPr/>
        </p:nvSpPr>
        <p:spPr>
          <a:xfrm>
            <a:off x="2771800" y="4005064"/>
            <a:ext cx="4680520" cy="280831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smtClean="0"/>
              <a:t>Head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4499992" y="4365104"/>
            <a:ext cx="1440160" cy="172819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 </a:t>
            </a:r>
            <a:r>
              <a:rPr lang="en-US" dirty="0" smtClean="0"/>
              <a:t>&amp; Reshape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6156176" y="4725144"/>
            <a:ext cx="1224136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Conv</a:t>
            </a:r>
            <a:endParaRPr lang="sv-SE" dirty="0"/>
          </a:p>
        </p:txBody>
      </p:sp>
      <p:graphicFrame>
        <p:nvGraphicFramePr>
          <p:cNvPr id="11" name="Tabell 10"/>
          <p:cNvGraphicFramePr>
            <a:graphicFrameLocks noGrp="1"/>
          </p:cNvGraphicFramePr>
          <p:nvPr/>
        </p:nvGraphicFramePr>
        <p:xfrm>
          <a:off x="3131840" y="50851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" name="Tabell 11"/>
          <p:cNvGraphicFramePr>
            <a:graphicFrameLocks noGrp="1"/>
          </p:cNvGraphicFramePr>
          <p:nvPr/>
        </p:nvGraphicFramePr>
        <p:xfrm>
          <a:off x="3131840" y="63813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3" name="Tabell 12"/>
          <p:cNvGraphicFramePr>
            <a:graphicFrameLocks noGrp="1"/>
          </p:cNvGraphicFramePr>
          <p:nvPr/>
        </p:nvGraphicFramePr>
        <p:xfrm>
          <a:off x="3131840" y="551723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" name="Tabell 13"/>
          <p:cNvGraphicFramePr>
            <a:graphicFrameLocks noGrp="1"/>
          </p:cNvGraphicFramePr>
          <p:nvPr/>
        </p:nvGraphicFramePr>
        <p:xfrm>
          <a:off x="3131840" y="593848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7" name="Rektangel 36"/>
          <p:cNvSpPr/>
          <p:nvPr/>
        </p:nvSpPr>
        <p:spPr>
          <a:xfrm>
            <a:off x="323528" y="116632"/>
            <a:ext cx="6552728" cy="357301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graphicFrame>
        <p:nvGraphicFramePr>
          <p:cNvPr id="40" name="Tabell 39"/>
          <p:cNvGraphicFramePr>
            <a:graphicFrameLocks noGrp="1"/>
          </p:cNvGraphicFramePr>
          <p:nvPr/>
        </p:nvGraphicFramePr>
        <p:xfrm>
          <a:off x="2339752" y="1545992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ell 40"/>
          <p:cNvGraphicFramePr>
            <a:graphicFrameLocks noGrp="1"/>
          </p:cNvGraphicFramePr>
          <p:nvPr/>
        </p:nvGraphicFramePr>
        <p:xfrm>
          <a:off x="2339752" y="2554104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ell 41"/>
          <p:cNvGraphicFramePr>
            <a:graphicFrameLocks noGrp="1"/>
          </p:cNvGraphicFramePr>
          <p:nvPr/>
        </p:nvGraphicFramePr>
        <p:xfrm>
          <a:off x="2339752" y="2050048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2339752" y="3058160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cxnSp>
        <p:nvCxnSpPr>
          <p:cNvPr id="44" name="Rak pil 43"/>
          <p:cNvCxnSpPr/>
          <p:nvPr/>
        </p:nvCxnSpPr>
        <p:spPr>
          <a:xfrm>
            <a:off x="1763688" y="2410088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Rak 44"/>
          <p:cNvCxnSpPr/>
          <p:nvPr/>
        </p:nvCxnSpPr>
        <p:spPr>
          <a:xfrm>
            <a:off x="3923928" y="1556792"/>
            <a:ext cx="0" cy="18722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Rak pil 45"/>
          <p:cNvCxnSpPr/>
          <p:nvPr/>
        </p:nvCxnSpPr>
        <p:spPr>
          <a:xfrm>
            <a:off x="3995936" y="1196752"/>
            <a:ext cx="151216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 46"/>
          <p:cNvGraphicFramePr>
            <a:graphicFrameLocks noGrp="1"/>
          </p:cNvGraphicFramePr>
          <p:nvPr/>
        </p:nvGraphicFramePr>
        <p:xfrm>
          <a:off x="5652120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8" name="Tabell 47"/>
          <p:cNvGraphicFramePr>
            <a:graphicFrameLocks noGrp="1"/>
          </p:cNvGraphicFramePr>
          <p:nvPr/>
        </p:nvGraphicFramePr>
        <p:xfrm>
          <a:off x="5652120" y="313016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9" name="Tabell 48"/>
          <p:cNvGraphicFramePr>
            <a:graphicFrameLocks noGrp="1"/>
          </p:cNvGraphicFramePr>
          <p:nvPr/>
        </p:nvGraphicFramePr>
        <p:xfrm>
          <a:off x="5652120" y="20608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0" name="Rektangel 49"/>
          <p:cNvSpPr/>
          <p:nvPr/>
        </p:nvSpPr>
        <p:spPr>
          <a:xfrm>
            <a:off x="4283968" y="1772816"/>
            <a:ext cx="79208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1772816"/>
            <a:ext cx="1353321" cy="1368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1" name="Rak pil 50"/>
          <p:cNvCxnSpPr/>
          <p:nvPr/>
        </p:nvCxnSpPr>
        <p:spPr>
          <a:xfrm>
            <a:off x="5076056" y="25649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51"/>
          <p:cNvCxnSpPr/>
          <p:nvPr/>
        </p:nvCxnSpPr>
        <p:spPr>
          <a:xfrm>
            <a:off x="5364088" y="1556792"/>
            <a:ext cx="0" cy="18722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ell 52"/>
          <p:cNvGraphicFramePr>
            <a:graphicFrameLocks noGrp="1"/>
          </p:cNvGraphicFramePr>
          <p:nvPr/>
        </p:nvGraphicFramePr>
        <p:xfrm>
          <a:off x="5652120" y="262611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4" name="Rektangel 53"/>
          <p:cNvSpPr/>
          <p:nvPr/>
        </p:nvSpPr>
        <p:spPr>
          <a:xfrm>
            <a:off x="323528" y="4725144"/>
            <a:ext cx="1440160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</a:t>
            </a:r>
          </a:p>
          <a:p>
            <a:pPr algn="ctr"/>
            <a:r>
              <a:rPr lang="sv-SE" dirty="0" smtClean="0"/>
              <a:t>U-net </a:t>
            </a:r>
            <a:endParaRPr lang="sv-SE" dirty="0"/>
          </a:p>
        </p:txBody>
      </p:sp>
      <p:cxnSp>
        <p:nvCxnSpPr>
          <p:cNvPr id="55" name="Rak pil 54"/>
          <p:cNvCxnSpPr/>
          <p:nvPr/>
        </p:nvCxnSpPr>
        <p:spPr>
          <a:xfrm>
            <a:off x="6660232" y="1628800"/>
            <a:ext cx="57606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Rak 55"/>
          <p:cNvCxnSpPr/>
          <p:nvPr/>
        </p:nvCxnSpPr>
        <p:spPr>
          <a:xfrm>
            <a:off x="6660232" y="260648"/>
            <a:ext cx="0" cy="32403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5652120" y="476672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9" name="textruta 58"/>
          <p:cNvSpPr txBox="1"/>
          <p:nvPr/>
        </p:nvSpPr>
        <p:spPr>
          <a:xfrm>
            <a:off x="323528" y="476672"/>
            <a:ext cx="1101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Time step</a:t>
            </a:r>
            <a:endParaRPr lang="sv-SE" i="1" dirty="0"/>
          </a:p>
        </p:txBody>
      </p:sp>
      <p:sp>
        <p:nvSpPr>
          <p:cNvPr id="60" name="textruta 59"/>
          <p:cNvSpPr txBox="1"/>
          <p:nvPr/>
        </p:nvSpPr>
        <p:spPr>
          <a:xfrm>
            <a:off x="323528" y="980728"/>
            <a:ext cx="17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Digit (condition)</a:t>
            </a:r>
            <a:endParaRPr lang="sv-SE" i="1" dirty="0"/>
          </a:p>
        </p:txBody>
      </p:sp>
      <p:sp>
        <p:nvSpPr>
          <p:cNvPr id="4" name="Rektangel 3"/>
          <p:cNvSpPr/>
          <p:nvPr/>
        </p:nvSpPr>
        <p:spPr>
          <a:xfrm>
            <a:off x="2267744" y="548680"/>
            <a:ext cx="1728192" cy="36004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5" name="Rektangel 4"/>
          <p:cNvSpPr/>
          <p:nvPr/>
        </p:nvSpPr>
        <p:spPr>
          <a:xfrm>
            <a:off x="2267744" y="1052736"/>
            <a:ext cx="1728192" cy="36004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graphicFrame>
        <p:nvGraphicFramePr>
          <p:cNvPr id="63" name="Tabell 62"/>
          <p:cNvGraphicFramePr>
            <a:graphicFrameLocks noGrp="1"/>
          </p:cNvGraphicFramePr>
          <p:nvPr/>
        </p:nvGraphicFramePr>
        <p:xfrm>
          <a:off x="5652120" y="1052736"/>
          <a:ext cx="833120" cy="3708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64" name="Rak pil 63"/>
          <p:cNvCxnSpPr/>
          <p:nvPr/>
        </p:nvCxnSpPr>
        <p:spPr>
          <a:xfrm>
            <a:off x="3923928" y="25649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Rak pil 64"/>
          <p:cNvCxnSpPr/>
          <p:nvPr/>
        </p:nvCxnSpPr>
        <p:spPr>
          <a:xfrm>
            <a:off x="3995936" y="692696"/>
            <a:ext cx="151216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ak pil 67"/>
          <p:cNvCxnSpPr/>
          <p:nvPr/>
        </p:nvCxnSpPr>
        <p:spPr>
          <a:xfrm>
            <a:off x="1475656" y="692696"/>
            <a:ext cx="79208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Rak pil 70"/>
          <p:cNvCxnSpPr/>
          <p:nvPr/>
        </p:nvCxnSpPr>
        <p:spPr>
          <a:xfrm>
            <a:off x="1979712" y="119675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ktangel 81"/>
          <p:cNvSpPr/>
          <p:nvPr/>
        </p:nvSpPr>
        <p:spPr>
          <a:xfrm>
            <a:off x="7236296" y="692696"/>
            <a:ext cx="1152128" cy="187220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Positional Encoder</a:t>
            </a:r>
            <a:endParaRPr lang="sv-SE" dirty="0"/>
          </a:p>
        </p:txBody>
      </p:sp>
      <p:cxnSp>
        <p:nvCxnSpPr>
          <p:cNvPr id="84" name="Rak pil 83"/>
          <p:cNvCxnSpPr/>
          <p:nvPr/>
        </p:nvCxnSpPr>
        <p:spPr>
          <a:xfrm>
            <a:off x="7380312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ak pil 85"/>
          <p:cNvCxnSpPr/>
          <p:nvPr/>
        </p:nvCxnSpPr>
        <p:spPr>
          <a:xfrm>
            <a:off x="5940152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3131840" y="4221088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8" name="Tabell 87"/>
          <p:cNvGraphicFramePr>
            <a:graphicFrameLocks noGrp="1"/>
          </p:cNvGraphicFramePr>
          <p:nvPr/>
        </p:nvGraphicFramePr>
        <p:xfrm>
          <a:off x="3131840" y="4653136"/>
          <a:ext cx="833120" cy="3708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89" name="Rak 88"/>
          <p:cNvCxnSpPr/>
          <p:nvPr/>
        </p:nvCxnSpPr>
        <p:spPr>
          <a:xfrm>
            <a:off x="4067944" y="5085184"/>
            <a:ext cx="0" cy="165618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Rak pil 98"/>
          <p:cNvCxnSpPr>
            <a:endCxn id="8" idx="1"/>
          </p:cNvCxnSpPr>
          <p:nvPr/>
        </p:nvCxnSpPr>
        <p:spPr>
          <a:xfrm flipV="1">
            <a:off x="4067944" y="5229200"/>
            <a:ext cx="432048" cy="648072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Rak 100"/>
          <p:cNvCxnSpPr/>
          <p:nvPr/>
        </p:nvCxnSpPr>
        <p:spPr>
          <a:xfrm>
            <a:off x="2987824" y="4221088"/>
            <a:ext cx="0" cy="25202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Rak pil 102"/>
          <p:cNvCxnSpPr/>
          <p:nvPr/>
        </p:nvCxnSpPr>
        <p:spPr>
          <a:xfrm>
            <a:off x="2699792" y="544522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ktangel 104"/>
          <p:cNvSpPr/>
          <p:nvPr/>
        </p:nvSpPr>
        <p:spPr>
          <a:xfrm>
            <a:off x="1979712" y="4941168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cxnSp>
        <p:nvCxnSpPr>
          <p:cNvPr id="109" name="Rak pil 108"/>
          <p:cNvCxnSpPr>
            <a:stCxn id="54" idx="3"/>
          </p:cNvCxnSpPr>
          <p:nvPr/>
        </p:nvCxnSpPr>
        <p:spPr>
          <a:xfrm>
            <a:off x="1763688" y="5445224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Figur 115"/>
          <p:cNvCxnSpPr>
            <a:stCxn id="82" idx="3"/>
            <a:endCxn id="54" idx="0"/>
          </p:cNvCxnSpPr>
          <p:nvPr/>
        </p:nvCxnSpPr>
        <p:spPr>
          <a:xfrm flipH="1">
            <a:off x="1043608" y="1628800"/>
            <a:ext cx="7344816" cy="3096344"/>
          </a:xfrm>
          <a:prstGeom prst="bentConnector4">
            <a:avLst>
              <a:gd name="adj1" fmla="val -6080"/>
              <a:gd name="adj2" fmla="val 71961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ell 38"/>
          <p:cNvGraphicFramePr>
            <a:graphicFrameLocks noGrp="1"/>
          </p:cNvGraphicFramePr>
          <p:nvPr/>
        </p:nvGraphicFramePr>
        <p:xfrm>
          <a:off x="395536" y="1762016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96337" y="4509120"/>
            <a:ext cx="1342338" cy="1368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0" name="Tabell 9"/>
          <p:cNvGraphicFramePr>
            <a:graphicFrameLocks noGrp="1"/>
          </p:cNvGraphicFramePr>
          <p:nvPr/>
        </p:nvGraphicFramePr>
        <p:xfrm>
          <a:off x="7596336" y="4509120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08304" y="2708920"/>
            <a:ext cx="1224136" cy="12544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76056" y="2708920"/>
            <a:ext cx="1224136" cy="1251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59832" y="2636912"/>
            <a:ext cx="1224136" cy="1251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55576" y="2636912"/>
            <a:ext cx="1281940" cy="1296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5" name="Kurva 14"/>
          <p:cNvCxnSpPr>
            <a:stCxn id="1028" idx="0"/>
            <a:endCxn id="1027" idx="0"/>
          </p:cNvCxnSpPr>
          <p:nvPr/>
        </p:nvCxnSpPr>
        <p:spPr>
          <a:xfrm rot="16200000" flipH="1">
            <a:off x="4644008" y="1664804"/>
            <a:ext cx="72008" cy="2016224"/>
          </a:xfrm>
          <a:prstGeom prst="curvedConnector3">
            <a:avLst>
              <a:gd name="adj1" fmla="val -1267757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Kurva 17"/>
          <p:cNvCxnSpPr>
            <a:stCxn id="1027" idx="2"/>
            <a:endCxn id="1028" idx="2"/>
          </p:cNvCxnSpPr>
          <p:nvPr/>
        </p:nvCxnSpPr>
        <p:spPr>
          <a:xfrm rot="5400000" flipH="1">
            <a:off x="4644008" y="2915844"/>
            <a:ext cx="72008" cy="2016224"/>
          </a:xfrm>
          <a:prstGeom prst="curvedConnector3">
            <a:avLst>
              <a:gd name="adj1" fmla="val -1015469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1" name="Rectangle 7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 dirty="0"/>
          </a:p>
        </p:txBody>
      </p:sp>
      <p:sp>
        <p:nvSpPr>
          <p:cNvPr id="1040" name="Rectangle 16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 dirty="0"/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995936" y="1268760"/>
            <a:ext cx="1362075" cy="409575"/>
          </a:xfrm>
          <a:prstGeom prst="rect">
            <a:avLst/>
          </a:prstGeom>
          <a:noFill/>
        </p:spPr>
      </p:pic>
      <p:sp>
        <p:nvSpPr>
          <p:cNvPr id="1041" name="Rectangle 17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43" name="Rectangle 1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 dirty="0"/>
          </a:p>
        </p:txBody>
      </p:sp>
      <p:pic>
        <p:nvPicPr>
          <p:cNvPr id="1042" name="Picture 18"/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067944" y="4797152"/>
            <a:ext cx="1362075" cy="409575"/>
          </a:xfrm>
          <a:prstGeom prst="rect">
            <a:avLst/>
          </a:prstGeom>
          <a:noFill/>
        </p:spPr>
      </p:pic>
      <p:cxnSp>
        <p:nvCxnSpPr>
          <p:cNvPr id="40" name="Rak pil 39"/>
          <p:cNvCxnSpPr/>
          <p:nvPr/>
        </p:nvCxnSpPr>
        <p:spPr>
          <a:xfrm>
            <a:off x="2051720" y="292494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Rak pil 40"/>
          <p:cNvCxnSpPr/>
          <p:nvPr/>
        </p:nvCxnSpPr>
        <p:spPr>
          <a:xfrm>
            <a:off x="4283968" y="2924944"/>
            <a:ext cx="792088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Rak pil 42"/>
          <p:cNvCxnSpPr/>
          <p:nvPr/>
        </p:nvCxnSpPr>
        <p:spPr>
          <a:xfrm>
            <a:off x="6300192" y="292494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4" name="Rak pil 43"/>
          <p:cNvCxnSpPr/>
          <p:nvPr/>
        </p:nvCxnSpPr>
        <p:spPr>
          <a:xfrm flipH="1">
            <a:off x="6300192" y="364502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7" name="Rak pil 46"/>
          <p:cNvCxnSpPr/>
          <p:nvPr/>
        </p:nvCxnSpPr>
        <p:spPr>
          <a:xfrm flipH="1">
            <a:off x="4283968" y="3645024"/>
            <a:ext cx="792088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9" name="Rak pil 48"/>
          <p:cNvCxnSpPr/>
          <p:nvPr/>
        </p:nvCxnSpPr>
        <p:spPr>
          <a:xfrm flipH="1">
            <a:off x="2051720" y="364502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ruta 49"/>
          <p:cNvSpPr txBox="1"/>
          <p:nvPr/>
        </p:nvSpPr>
        <p:spPr>
          <a:xfrm>
            <a:off x="1979712" y="2636912"/>
            <a:ext cx="96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Forward</a:t>
            </a:r>
            <a:endParaRPr lang="sv-SE" dirty="0"/>
          </a:p>
        </p:txBody>
      </p:sp>
      <p:sp>
        <p:nvSpPr>
          <p:cNvPr id="51" name="textruta 50"/>
          <p:cNvSpPr txBox="1"/>
          <p:nvPr/>
        </p:nvSpPr>
        <p:spPr>
          <a:xfrm>
            <a:off x="6444208" y="3356992"/>
            <a:ext cx="918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Reverse</a:t>
            </a:r>
            <a:endParaRPr lang="sv-SE" dirty="0"/>
          </a:p>
        </p:txBody>
      </p:sp>
      <p:sp>
        <p:nvSpPr>
          <p:cNvPr id="1045" name="Rectangle 21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827584" y="2204864"/>
            <a:ext cx="304800" cy="409575"/>
          </a:xfrm>
          <a:prstGeom prst="rect">
            <a:avLst/>
          </a:prstGeom>
          <a:noFill/>
        </p:spPr>
      </p:pic>
      <p:sp>
        <p:nvSpPr>
          <p:cNvPr id="1046" name="Rectangle 22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48" name="Rectangle 24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sp>
        <p:nvSpPr>
          <p:cNvPr id="1049" name="Rectangle 25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51" name="Rectangle 27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50" name="Picture 26"/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059832" y="2204864"/>
            <a:ext cx="561975" cy="409575"/>
          </a:xfrm>
          <a:prstGeom prst="rect">
            <a:avLst/>
          </a:prstGeom>
          <a:noFill/>
        </p:spPr>
      </p:pic>
      <p:sp>
        <p:nvSpPr>
          <p:cNvPr id="1052" name="Rectangle 28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54" name="Rectangle 30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53" name="Picture 29"/>
          <p:cNvPicPr>
            <a:picLocks noChangeAspect="1" noChangeArrowheads="1"/>
          </p:cNvPicPr>
          <p:nvPr/>
        </p:nvPicPr>
        <p:blipFill>
          <a:blip r:embed="rId10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5076056" y="2276872"/>
            <a:ext cx="276225" cy="409575"/>
          </a:xfrm>
          <a:prstGeom prst="rect">
            <a:avLst/>
          </a:prstGeom>
          <a:noFill/>
        </p:spPr>
      </p:pic>
      <p:sp>
        <p:nvSpPr>
          <p:cNvPr id="1055" name="Rectangle 31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57" name="Rectangle 33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56" name="Picture 32"/>
          <p:cNvPicPr>
            <a:picLocks noChangeAspect="1" noChangeArrowheads="1"/>
          </p:cNvPicPr>
          <p:nvPr/>
        </p:nvPicPr>
        <p:blipFill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308304" y="2276872"/>
            <a:ext cx="323850" cy="409575"/>
          </a:xfrm>
          <a:prstGeom prst="rect">
            <a:avLst/>
          </a:prstGeom>
          <a:noFill/>
        </p:spPr>
      </p:pic>
      <p:sp>
        <p:nvSpPr>
          <p:cNvPr id="1058" name="Rectangle 34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142</Words>
  <Application>Microsoft Office PowerPoint</Application>
  <PresentationFormat>Bildspel på skärmen (4:3)</PresentationFormat>
  <Paragraphs>108</Paragraphs>
  <Slides>10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10</vt:i4>
      </vt:variant>
    </vt:vector>
  </HeadingPairs>
  <TitlesOfParts>
    <vt:vector size="11" baseType="lpstr">
      <vt:lpstr>Office-tema</vt:lpstr>
      <vt:lpstr>Bild 1</vt:lpstr>
      <vt:lpstr>Bild 2</vt:lpstr>
      <vt:lpstr>Bild 3</vt:lpstr>
      <vt:lpstr>Bild 4</vt:lpstr>
      <vt:lpstr>Bild 5</vt:lpstr>
      <vt:lpstr>Bild 6</vt:lpstr>
      <vt:lpstr>Bild 7</vt:lpstr>
      <vt:lpstr>Bild 8</vt:lpstr>
      <vt:lpstr>Bild 9</vt:lpstr>
      <vt:lpstr>Bild 10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Bild 1</dc:title>
  <dc:creator>Fredrik</dc:creator>
  <cp:lastModifiedBy>Fredrik</cp:lastModifiedBy>
  <cp:revision>72</cp:revision>
  <dcterms:created xsi:type="dcterms:W3CDTF">2026-01-19T17:53:40Z</dcterms:created>
  <dcterms:modified xsi:type="dcterms:W3CDTF">2026-01-27T23:40:59Z</dcterms:modified>
</cp:coreProperties>
</file>